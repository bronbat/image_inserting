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877EDEC4-0BE8-486A-8678-A7AD06B1FF12}" type="datetimeFigureOut">
              <a:rPr lang="tr-TR" smtClean="0"/>
              <a:t>9.11.2022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9255346" y="2750337"/>
            <a:ext cx="1171888" cy="1356442"/>
          </a:xfrm>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123534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77EDEC4-0BE8-486A-8678-A7AD06B1FF12}" type="datetimeFigureOut">
              <a:rPr lang="tr-TR" smtClean="0"/>
              <a:t>9.11.2022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2428635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77EDEC4-0BE8-486A-8678-A7AD06B1FF12}" type="datetimeFigureOut">
              <a:rPr lang="tr-TR" smtClean="0"/>
              <a:t>9.11.2022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10729455" y="2869895"/>
            <a:ext cx="1154151" cy="1090789"/>
          </a:xfrm>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1232561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877EDEC4-0BE8-486A-8678-A7AD06B1FF12}" type="datetimeFigureOut">
              <a:rPr lang="tr-TR" smtClean="0"/>
              <a:t>9.11.2022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2258782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80322" y="3030008"/>
            <a:ext cx="4698355" cy="290617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594123" y="3030008"/>
            <a:ext cx="4700059" cy="290617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877EDEC4-0BE8-486A-8678-A7AD06B1FF12}" type="datetimeFigureOut">
              <a:rPr lang="tr-TR" smtClean="0"/>
              <a:t>9.11.2022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1162931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877EDEC4-0BE8-486A-8678-A7AD06B1FF12}" type="datetimeFigureOut">
              <a:rPr lang="tr-TR" smtClean="0"/>
              <a:t>9.11.2022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3550878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877EDEC4-0BE8-486A-8678-A7AD06B1FF12}" type="datetimeFigureOut">
              <a:rPr lang="tr-TR" smtClean="0"/>
              <a:t>9.11.2022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26750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tr-TR"/>
              <a:t>Asıl başlık stilini düzenlemek için tıklayın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EDEC4-0BE8-486A-8678-A7AD06B1FF12}" type="datetimeFigureOut">
              <a:rPr lang="tr-TR" smtClean="0"/>
              <a:t>9.11.2022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1612146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EDEC4-0BE8-486A-8678-A7AD06B1FF12}" type="datetimeFigureOut">
              <a:rPr lang="tr-TR" smtClean="0"/>
              <a:t>9.11.2022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769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EDEC4-0BE8-486A-8678-A7AD06B1FF12}" type="datetimeFigureOut">
              <a:rPr lang="tr-TR" smtClean="0"/>
              <a:t>9.11.2022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a:xfrm>
            <a:off x="10729455" y="4711309"/>
            <a:ext cx="1154151" cy="1090789"/>
          </a:xfrm>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530994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EDEC4-0BE8-486A-8678-A7AD06B1FF12}" type="datetimeFigureOut">
              <a:rPr lang="tr-TR" smtClean="0"/>
              <a:t>9.11.2022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a:xfrm>
            <a:off x="10729455" y="4711615"/>
            <a:ext cx="1154151" cy="1090789"/>
          </a:xfrm>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2505475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EDEC4-0BE8-486A-8678-A7AD06B1FF12}" type="datetimeFigureOut">
              <a:rPr lang="tr-TR" smtClean="0"/>
              <a:t>9.11.2022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a:xfrm>
            <a:off x="10729455" y="4709925"/>
            <a:ext cx="1154151" cy="1090789"/>
          </a:xfrm>
        </p:spPr>
        <p:txBody>
          <a:bodyPr/>
          <a:lstStyle/>
          <a:p>
            <a:fld id="{CA6B5509-08EF-4954-AC4B-07CA838BE3C4}" type="slidenum">
              <a:rPr lang="tr-TR" smtClean="0"/>
              <a:t>‹#›</a:t>
            </a:fld>
            <a:endParaRPr lang="tr-TR"/>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2325038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77EDEC4-0BE8-486A-8678-A7AD06B1FF12}" type="datetimeFigureOut">
              <a:rPr lang="tr-TR" smtClean="0"/>
              <a:t>9.11.2022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a:xfrm>
            <a:off x="10729455" y="4709925"/>
            <a:ext cx="1154151" cy="1090789"/>
          </a:xfrm>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4154267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877EDEC4-0BE8-486A-8678-A7AD06B1FF12}" type="datetimeFigureOut">
              <a:rPr lang="tr-TR" smtClean="0"/>
              <a:t>9.11.2022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4036583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877EDEC4-0BE8-486A-8678-A7AD06B1FF12}" type="datetimeFigureOut">
              <a:rPr lang="tr-TR" smtClean="0"/>
              <a:t>9.11.2022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18326064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77EDEC4-0BE8-486A-8678-A7AD06B1FF12}" type="datetimeFigureOut">
              <a:rPr lang="tr-TR" smtClean="0"/>
              <a:t>9.11.2022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A6B5509-08EF-4954-AC4B-07CA838BE3C4}" type="slidenum">
              <a:rPr lang="tr-TR" smtClean="0"/>
              <a:t>‹#›</a:t>
            </a:fld>
            <a:endParaRPr lang="tr-TR"/>
          </a:p>
        </p:txBody>
      </p:sp>
    </p:spTree>
    <p:extLst>
      <p:ext uri="{BB962C8B-B14F-4D97-AF65-F5344CB8AC3E}">
        <p14:creationId xmlns:p14="http://schemas.microsoft.com/office/powerpoint/2010/main" val="510489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877EDEC4-0BE8-486A-8678-A7AD06B1FF12}" type="datetimeFigureOut">
              <a:rPr lang="tr-TR" smtClean="0"/>
              <a:t>9.11.2022</a:t>
            </a:fld>
            <a:endParaRPr lang="tr-TR"/>
          </a:p>
        </p:txBody>
      </p:sp>
      <p:sp>
        <p:nvSpPr>
          <p:cNvPr id="5" name="Footer Placeholder 4"/>
          <p:cNvSpPr>
            <a:spLocks noGrp="1"/>
          </p:cNvSpPr>
          <p:nvPr>
            <p:ph type="ftr" sz="quarter" idx="11"/>
          </p:nvPr>
        </p:nvSpPr>
        <p:spPr>
          <a:xfrm>
            <a:off x="680321" y="5936188"/>
            <a:ext cx="6126805" cy="365125"/>
          </a:xfrm>
        </p:spPr>
        <p:txBody>
          <a:bodyPr/>
          <a:lstStyle/>
          <a:p>
            <a:endParaRPr lang="tr-TR"/>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CA6B5509-08EF-4954-AC4B-07CA838BE3C4}" type="slidenum">
              <a:rPr lang="tr-TR" smtClean="0"/>
              <a:t>‹#›</a:t>
            </a:fld>
            <a:endParaRPr lang="tr-TR"/>
          </a:p>
        </p:txBody>
      </p:sp>
    </p:spTree>
    <p:extLst>
      <p:ext uri="{BB962C8B-B14F-4D97-AF65-F5344CB8AC3E}">
        <p14:creationId xmlns:p14="http://schemas.microsoft.com/office/powerpoint/2010/main" val="1939627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77EDEC4-0BE8-486A-8678-A7AD06B1FF12}" type="datetimeFigureOut">
              <a:rPr lang="tr-TR" smtClean="0"/>
              <a:t>9.11.2022</a:t>
            </a:fld>
            <a:endParaRPr lang="tr-TR"/>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A6B5509-08EF-4954-AC4B-07CA838BE3C4}" type="slidenum">
              <a:rPr lang="tr-TR" smtClean="0"/>
              <a:t>‹#›</a:t>
            </a:fld>
            <a:endParaRPr lang="tr-TR"/>
          </a:p>
        </p:txBody>
      </p:sp>
    </p:spTree>
    <p:extLst>
      <p:ext uri="{BB962C8B-B14F-4D97-AF65-F5344CB8AC3E}">
        <p14:creationId xmlns:p14="http://schemas.microsoft.com/office/powerpoint/2010/main" val="58581589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BD41C8-DBBD-B811-A29E-8A2AED3D5B1D}"/>
              </a:ext>
            </a:extLst>
          </p:cNvPr>
          <p:cNvSpPr>
            <a:spLocks noGrp="1"/>
          </p:cNvSpPr>
          <p:nvPr>
            <p:ph type="ctrTitle"/>
          </p:nvPr>
        </p:nvSpPr>
        <p:spPr>
          <a:xfrm>
            <a:off x="-314632" y="2463961"/>
            <a:ext cx="9139088" cy="1642818"/>
          </a:xfrm>
        </p:spPr>
        <p:txBody>
          <a:bodyPr/>
          <a:lstStyle/>
          <a:p>
            <a:r>
              <a:rPr lang="tr-TR" dirty="0"/>
              <a:t>Görüntü İşleme ile Ekmek Doku analizi Makale Sunumu</a:t>
            </a:r>
          </a:p>
        </p:txBody>
      </p:sp>
      <p:sp>
        <p:nvSpPr>
          <p:cNvPr id="3" name="Alt Başlık 2">
            <a:extLst>
              <a:ext uri="{FF2B5EF4-FFF2-40B4-BE49-F238E27FC236}">
                <a16:creationId xmlns:a16="http://schemas.microsoft.com/office/drawing/2014/main" id="{491ED7EC-14BA-459F-00F1-7B0414BC320C}"/>
              </a:ext>
            </a:extLst>
          </p:cNvPr>
          <p:cNvSpPr>
            <a:spLocks noGrp="1"/>
          </p:cNvSpPr>
          <p:nvPr>
            <p:ph type="subTitle" idx="1"/>
          </p:nvPr>
        </p:nvSpPr>
        <p:spPr/>
        <p:txBody>
          <a:bodyPr/>
          <a:lstStyle/>
          <a:p>
            <a:r>
              <a:rPr lang="tr-TR" dirty="0"/>
              <a:t>Hazırlayan: Aziz Berkay Aksoy</a:t>
            </a:r>
          </a:p>
          <a:p>
            <a:r>
              <a:rPr lang="tr-TR" dirty="0"/>
              <a:t>02202076010</a:t>
            </a:r>
          </a:p>
        </p:txBody>
      </p:sp>
    </p:spTree>
    <p:extLst>
      <p:ext uri="{BB962C8B-B14F-4D97-AF65-F5344CB8AC3E}">
        <p14:creationId xmlns:p14="http://schemas.microsoft.com/office/powerpoint/2010/main" val="2352048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B9844B3-5022-044A-CD01-8E547E31825E}"/>
              </a:ext>
            </a:extLst>
          </p:cNvPr>
          <p:cNvSpPr>
            <a:spLocks noGrp="1"/>
          </p:cNvSpPr>
          <p:nvPr>
            <p:ph type="title"/>
          </p:nvPr>
        </p:nvSpPr>
        <p:spPr/>
        <p:txBody>
          <a:bodyPr/>
          <a:lstStyle/>
          <a:p>
            <a:r>
              <a:rPr lang="tr-TR" dirty="0"/>
              <a:t>Ekmek Analizi</a:t>
            </a:r>
          </a:p>
        </p:txBody>
      </p:sp>
      <p:sp>
        <p:nvSpPr>
          <p:cNvPr id="3" name="İçerik Yer Tutucusu 2">
            <a:extLst>
              <a:ext uri="{FF2B5EF4-FFF2-40B4-BE49-F238E27FC236}">
                <a16:creationId xmlns:a16="http://schemas.microsoft.com/office/drawing/2014/main" id="{CA5B0843-51DF-8E47-FDA5-E1D6A5E93EAF}"/>
              </a:ext>
            </a:extLst>
          </p:cNvPr>
          <p:cNvSpPr>
            <a:spLocks noGrp="1"/>
          </p:cNvSpPr>
          <p:nvPr>
            <p:ph idx="1"/>
          </p:nvPr>
        </p:nvSpPr>
        <p:spPr/>
        <p:txBody>
          <a:bodyPr/>
          <a:lstStyle/>
          <a:p>
            <a:r>
              <a:rPr lang="tr-TR" dirty="0"/>
              <a:t>Yapılan araştırmaya göre incelenen ekmeklerde DATEM maddesi bulunan ekmeklerin raf ömrünün daha uzun olduğu, gözeneklerinin daha dolgun ve ekmek hamurunun daha yumuşak bir şekilde olduğu tespit edilmiştir. Görüntü işleme teknikleri kullanılarak ekmekler incelenmiş ve içerisinde katkı maddesi bulunup bulunmadığı konusunda bir araştırılma yapılmıştır. Katkı maddesi bulunan ve bulunmayan ekmekler arasındaki farklar incelenmiş ve sunulmuştur.</a:t>
            </a:r>
          </a:p>
        </p:txBody>
      </p:sp>
    </p:spTree>
    <p:extLst>
      <p:ext uri="{BB962C8B-B14F-4D97-AF65-F5344CB8AC3E}">
        <p14:creationId xmlns:p14="http://schemas.microsoft.com/office/powerpoint/2010/main" val="1628283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322DFEF-4CE3-FA4A-E259-D334C2934CEB}"/>
              </a:ext>
            </a:extLst>
          </p:cNvPr>
          <p:cNvSpPr>
            <a:spLocks noGrp="1"/>
          </p:cNvSpPr>
          <p:nvPr>
            <p:ph type="title"/>
          </p:nvPr>
        </p:nvSpPr>
        <p:spPr/>
        <p:txBody>
          <a:bodyPr/>
          <a:lstStyle/>
          <a:p>
            <a:r>
              <a:rPr lang="tr-TR" dirty="0"/>
              <a:t>Görüntü İşlemeden aldıkları yöntemler ve teknikler</a:t>
            </a:r>
          </a:p>
        </p:txBody>
      </p:sp>
      <p:sp>
        <p:nvSpPr>
          <p:cNvPr id="3" name="İçerik Yer Tutucusu 2">
            <a:extLst>
              <a:ext uri="{FF2B5EF4-FFF2-40B4-BE49-F238E27FC236}">
                <a16:creationId xmlns:a16="http://schemas.microsoft.com/office/drawing/2014/main" id="{2B8F280A-0436-FBD2-2F22-F6C4C7F7BC91}"/>
              </a:ext>
            </a:extLst>
          </p:cNvPr>
          <p:cNvSpPr>
            <a:spLocks noGrp="1"/>
          </p:cNvSpPr>
          <p:nvPr>
            <p:ph idx="1"/>
          </p:nvPr>
        </p:nvSpPr>
        <p:spPr>
          <a:xfrm>
            <a:off x="680321" y="2336873"/>
            <a:ext cx="6566053" cy="3599316"/>
          </a:xfrm>
        </p:spPr>
        <p:txBody>
          <a:bodyPr/>
          <a:lstStyle/>
          <a:p>
            <a:r>
              <a:rPr lang="tr-TR" dirty="0"/>
              <a:t>Yapılan araştırmada önce Gri seviye görüntüsü alınmış ekmek incelenmiş sonrasında histogram germe yöntemi ile daha geniş çaplı ve detaylı bir incelemeye girilmiş. </a:t>
            </a:r>
          </a:p>
        </p:txBody>
      </p:sp>
      <p:pic>
        <p:nvPicPr>
          <p:cNvPr id="5" name="Resim 4">
            <a:extLst>
              <a:ext uri="{FF2B5EF4-FFF2-40B4-BE49-F238E27FC236}">
                <a16:creationId xmlns:a16="http://schemas.microsoft.com/office/drawing/2014/main" id="{E7CD9EA1-4BBB-899D-6143-2982B9FE1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2159172"/>
            <a:ext cx="2045110" cy="2231348"/>
          </a:xfrm>
          <a:prstGeom prst="rect">
            <a:avLst/>
          </a:prstGeom>
        </p:spPr>
      </p:pic>
      <p:pic>
        <p:nvPicPr>
          <p:cNvPr id="7" name="Resim 6">
            <a:extLst>
              <a:ext uri="{FF2B5EF4-FFF2-40B4-BE49-F238E27FC236}">
                <a16:creationId xmlns:a16="http://schemas.microsoft.com/office/drawing/2014/main" id="{68BEC2FF-D3C9-243C-CC27-048CD4313E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3601" y="2206049"/>
            <a:ext cx="2145216" cy="2137595"/>
          </a:xfrm>
          <a:prstGeom prst="rect">
            <a:avLst/>
          </a:prstGeom>
        </p:spPr>
      </p:pic>
      <p:pic>
        <p:nvPicPr>
          <p:cNvPr id="9" name="Resim 8">
            <a:extLst>
              <a:ext uri="{FF2B5EF4-FFF2-40B4-BE49-F238E27FC236}">
                <a16:creationId xmlns:a16="http://schemas.microsoft.com/office/drawing/2014/main" id="{5A517612-5938-20F6-626D-1C8DDA256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071" y="4288648"/>
            <a:ext cx="2744051" cy="2569352"/>
          </a:xfrm>
          <a:prstGeom prst="rect">
            <a:avLst/>
          </a:prstGeom>
        </p:spPr>
      </p:pic>
      <p:pic>
        <p:nvPicPr>
          <p:cNvPr id="11" name="Resim 10">
            <a:extLst>
              <a:ext uri="{FF2B5EF4-FFF2-40B4-BE49-F238E27FC236}">
                <a16:creationId xmlns:a16="http://schemas.microsoft.com/office/drawing/2014/main" id="{28EA32A0-3C51-314A-8F55-967231131A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94722" y="4288648"/>
            <a:ext cx="2744051" cy="2514316"/>
          </a:xfrm>
          <a:prstGeom prst="rect">
            <a:avLst/>
          </a:prstGeom>
        </p:spPr>
      </p:pic>
    </p:spTree>
    <p:extLst>
      <p:ext uri="{BB962C8B-B14F-4D97-AF65-F5344CB8AC3E}">
        <p14:creationId xmlns:p14="http://schemas.microsoft.com/office/powerpoint/2010/main" val="2558633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9BC2B34-7DA4-CC3F-4D57-31255275F815}"/>
              </a:ext>
            </a:extLst>
          </p:cNvPr>
          <p:cNvSpPr>
            <a:spLocks noGrp="1"/>
          </p:cNvSpPr>
          <p:nvPr>
            <p:ph type="title"/>
          </p:nvPr>
        </p:nvSpPr>
        <p:spPr/>
        <p:txBody>
          <a:bodyPr/>
          <a:lstStyle/>
          <a:p>
            <a:endParaRPr lang="tr-TR" dirty="0"/>
          </a:p>
        </p:txBody>
      </p:sp>
      <p:sp>
        <p:nvSpPr>
          <p:cNvPr id="3" name="İçerik Yer Tutucusu 2">
            <a:extLst>
              <a:ext uri="{FF2B5EF4-FFF2-40B4-BE49-F238E27FC236}">
                <a16:creationId xmlns:a16="http://schemas.microsoft.com/office/drawing/2014/main" id="{BA1EE067-2FEB-6837-F9CB-73576A36FE23}"/>
              </a:ext>
            </a:extLst>
          </p:cNvPr>
          <p:cNvSpPr>
            <a:spLocks noGrp="1"/>
          </p:cNvSpPr>
          <p:nvPr>
            <p:ph idx="1"/>
          </p:nvPr>
        </p:nvSpPr>
        <p:spPr/>
        <p:txBody>
          <a:bodyPr/>
          <a:lstStyle/>
          <a:p>
            <a:r>
              <a:rPr lang="tr-TR" dirty="0"/>
              <a:t>Histogram eşitleme renk değerleri düzgün dağılımlı olmayan görüntüler için uygun bir görüntü iyileştirme metodudur. Bu işlemin uygulanması sonucunda elde edilen görüntü ekmek dokularının açık renkte, gözeneklerin ise koyu renkte olduğu görülmektedir. Histogram eşitleme işleminden sonra ön işleme aşaması bitmiş, gözeneklerin bölütlenmesiyle görüntü işleme aşamasına geçilmiş yapılan araştırmada.</a:t>
            </a:r>
          </a:p>
          <a:p>
            <a:endParaRPr lang="tr-TR" dirty="0"/>
          </a:p>
        </p:txBody>
      </p:sp>
    </p:spTree>
    <p:extLst>
      <p:ext uri="{BB962C8B-B14F-4D97-AF65-F5344CB8AC3E}">
        <p14:creationId xmlns:p14="http://schemas.microsoft.com/office/powerpoint/2010/main" val="459557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9E437CD-B295-573A-3E6A-ACFC8A726FCC}"/>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D5706C05-C02E-51E0-27C2-67AFA28552A4}"/>
              </a:ext>
            </a:extLst>
          </p:cNvPr>
          <p:cNvSpPr>
            <a:spLocks noGrp="1"/>
          </p:cNvSpPr>
          <p:nvPr>
            <p:ph idx="1"/>
          </p:nvPr>
        </p:nvSpPr>
        <p:spPr/>
        <p:txBody>
          <a:bodyPr/>
          <a:lstStyle/>
          <a:p>
            <a:r>
              <a:rPr lang="tr-TR" dirty="0"/>
              <a:t>Ön işlemeden geçip, işlemeye hazır hale gelen görüntüler öncelikle otsu yöntemiyle </a:t>
            </a:r>
            <a:r>
              <a:rPr lang="tr-TR" dirty="0" err="1"/>
              <a:t>eşiklenerek</a:t>
            </a:r>
            <a:r>
              <a:rPr lang="tr-TR" dirty="0"/>
              <a:t> ikili görüntü haline dönüştürülmüş sonrasında otsu yöntemi kullanılmış. Otsu yöntemi, gri seviye görüntüler üzerinde uygulanabilen bir eşik belirleme yöntemidir. Bu yöntem kullanılırken m*n boyutlarında görüntünün arka plan ve ön plan olmak üzere iki sınıftan oluştuğu varsayımı yapılır.</a:t>
            </a:r>
          </a:p>
        </p:txBody>
      </p:sp>
    </p:spTree>
    <p:extLst>
      <p:ext uri="{BB962C8B-B14F-4D97-AF65-F5344CB8AC3E}">
        <p14:creationId xmlns:p14="http://schemas.microsoft.com/office/powerpoint/2010/main" val="305194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55E107A-F83B-4215-AFA4-9D1B5BA248A7}"/>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A0A9EA74-4CD5-0DF9-C788-B4B32276A580}"/>
              </a:ext>
            </a:extLst>
          </p:cNvPr>
          <p:cNvSpPr>
            <a:spLocks noGrp="1"/>
          </p:cNvSpPr>
          <p:nvPr>
            <p:ph idx="1"/>
          </p:nvPr>
        </p:nvSpPr>
        <p:spPr/>
        <p:txBody>
          <a:bodyPr/>
          <a:lstStyle/>
          <a:p>
            <a:r>
              <a:rPr lang="tr-TR" dirty="0"/>
              <a:t>Böylelikle ekmek dokusu arka plandan ayırt edilmiştir. Bu da üzerinde doku analizi yapacağımız ekmek yüzeyinin belirlenmesi anlamına gelmiş. Analizin yapılacağı bölge, uzman gıda mühendisinin görüşü doğrultusunda sınırları belirlenmiş ekmeğin orta bölümünden 600*840 piksel2 ’</a:t>
            </a:r>
            <a:r>
              <a:rPr lang="tr-TR" dirty="0" err="1"/>
              <a:t>lik</a:t>
            </a:r>
            <a:r>
              <a:rPr lang="tr-TR" dirty="0"/>
              <a:t> bir dikdörtgensel bölge olarak belirlenmiş.</a:t>
            </a:r>
          </a:p>
        </p:txBody>
      </p:sp>
    </p:spTree>
    <p:extLst>
      <p:ext uri="{BB962C8B-B14F-4D97-AF65-F5344CB8AC3E}">
        <p14:creationId xmlns:p14="http://schemas.microsoft.com/office/powerpoint/2010/main" val="1402932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BE8287A-AC76-02BF-90AF-050188DB94C8}"/>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B47106F6-D1A2-FBD9-1A79-564BFA5EC3FB}"/>
              </a:ext>
            </a:extLst>
          </p:cNvPr>
          <p:cNvSpPr>
            <a:spLocks noGrp="1"/>
          </p:cNvSpPr>
          <p:nvPr>
            <p:ph idx="1"/>
          </p:nvPr>
        </p:nvSpPr>
        <p:spPr/>
        <p:txBody>
          <a:bodyPr/>
          <a:lstStyle/>
          <a:p>
            <a:r>
              <a:rPr lang="tr-TR" dirty="0"/>
              <a:t>Yapılan çalışmada görüntü işleme teknikleri kullanılarak ekmek gözenekleri bölütlenmiştir. Bu sayede ekmek doku özellikleri belirlenerek katkı maddesinin cinsine, miktarına bağlı olarak ekmek yapısında meydana gelen değişimler ve gözeneklere ait sayısal veriler elde edilerek belirlenmiştir</a:t>
            </a:r>
            <a:r>
              <a:rPr lang="tr-TR"/>
              <a:t>. DATEM </a:t>
            </a:r>
            <a:r>
              <a:rPr lang="tr-TR" dirty="0"/>
              <a:t>katkı maddeli ekmeklerin kontrol grubu ekmeklere göre daha fazla gözenek sayısı ve gözenek alanına sahip olduğu görülmektedir. Buradan da DATEM katkı maddesinin ekmek hacmini arttırdığı sonucuna varılmıştır. </a:t>
            </a:r>
          </a:p>
        </p:txBody>
      </p:sp>
    </p:spTree>
    <p:extLst>
      <p:ext uri="{BB962C8B-B14F-4D97-AF65-F5344CB8AC3E}">
        <p14:creationId xmlns:p14="http://schemas.microsoft.com/office/powerpoint/2010/main" val="1379180869"/>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26</TotalTime>
  <Words>321</Words>
  <Application>Microsoft Office PowerPoint</Application>
  <PresentationFormat>Geniş ekran</PresentationFormat>
  <Paragraphs>11</Paragraphs>
  <Slides>7</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7</vt:i4>
      </vt:variant>
    </vt:vector>
  </HeadingPairs>
  <TitlesOfParts>
    <vt:vector size="10" baseType="lpstr">
      <vt:lpstr>Arial</vt:lpstr>
      <vt:lpstr>Trebuchet MS</vt:lpstr>
      <vt:lpstr>Berlin</vt:lpstr>
      <vt:lpstr>Görüntü İşleme ile Ekmek Doku analizi Makale Sunumu</vt:lpstr>
      <vt:lpstr>Ekmek Analizi</vt:lpstr>
      <vt:lpstr>Görüntü İşlemeden aldıkları yöntemler ve teknikler</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ile Ekmek Doku analizi Makale Sunumu</dc:title>
  <dc:creator>Aziz Berkay Aksoy</dc:creator>
  <cp:lastModifiedBy>Aziz Berkay Aksoy</cp:lastModifiedBy>
  <cp:revision>1</cp:revision>
  <dcterms:created xsi:type="dcterms:W3CDTF">2022-11-09T20:34:51Z</dcterms:created>
  <dcterms:modified xsi:type="dcterms:W3CDTF">2022-11-09T21:01:04Z</dcterms:modified>
</cp:coreProperties>
</file>